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5G PRACH Sniffer — End-to-End Workflow (Overview)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377440" cy="1097280"/>
          </a:xfrm>
          <a:prstGeom prst="roundRect">
            <a:avLst/>
          </a:prstGeom>
          <a:solidFill>
            <a:srgbClr val="F2F2F2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gNB (Laptop 1)</a:t>
            </a:r>
          </a:p>
          <a:p>
            <a:pPr>
              <a:defRPr sz="1200"/>
            </a:pPr>
            <a:r>
              <a:t>• Configured by .yaml</a:t>
            </a:r>
          </a:p>
          <a:p>
            <a:pPr>
              <a:defRPr sz="1200"/>
            </a:pPr>
            <a:r>
              <a:t>• Logs interleaved float32 IQ</a:t>
            </a:r>
          </a:p>
          <a:p>
            <a:pPr>
              <a:defRPr sz="1200"/>
            </a:pPr>
            <a:r>
              <a:t>  to .fc32 files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828800"/>
            <a:ext cx="2377440" cy="1097280"/>
          </a:xfrm>
          <a:prstGeom prst="roundRect">
            <a:avLst/>
          </a:prstGeom>
          <a:solidFill>
            <a:srgbClr val="F2F2F2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UE (Pixel 6)</a:t>
            </a:r>
          </a:p>
          <a:p>
            <a:pPr>
              <a:defRPr sz="1200"/>
            </a:pPr>
            <a:r>
              <a:t>• In Faraday box</a:t>
            </a:r>
          </a:p>
          <a:p>
            <a:pPr>
              <a:defRPr sz="1200"/>
            </a:pPr>
            <a:r>
              <a:t>• Toggle airplane mode → PRACH</a:t>
            </a:r>
          </a:p>
          <a:p>
            <a:pPr>
              <a:defRPr sz="1200"/>
            </a:pPr>
            <a:r>
              <a:t>  preambles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2377440" cy="1097280"/>
          </a:xfrm>
          <a:prstGeom prst="roundRect">
            <a:avLst/>
          </a:prstGeom>
          <a:solidFill>
            <a:srgbClr val="F2F2F2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Sniffer (Laptop 2)</a:t>
            </a:r>
          </a:p>
          <a:p>
            <a:pPr>
              <a:defRPr sz="1200"/>
            </a:pPr>
            <a:r>
              <a:t>• File or USRP mode</a:t>
            </a:r>
          </a:p>
          <a:p>
            <a:pPr>
              <a:defRPr sz="1200"/>
            </a:pPr>
            <a:r>
              <a:t>• Demodulates PRACH OFDM symbols</a:t>
            </a:r>
          </a:p>
          <a:p>
            <a:pPr>
              <a:defRPr sz="1200"/>
            </a:pPr>
            <a:r>
              <a:t>• Writes per-worker .fc32 dumps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828800"/>
            <a:ext cx="2377440" cy="1097280"/>
          </a:xfrm>
          <a:prstGeom prst="roundRect">
            <a:avLst/>
          </a:prstGeom>
          <a:solidFill>
            <a:srgbClr val="F2F2F2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MATLAB analysis</a:t>
            </a:r>
          </a:p>
          <a:p>
            <a:pPr>
              <a:defRPr sz="1200"/>
            </a:pPr>
            <a:r>
              <a:t>• Load gNB &amp; sniffer .fc32</a:t>
            </a:r>
          </a:p>
          <a:p>
            <a:pPr>
              <a:defRPr sz="1200"/>
            </a:pPr>
            <a:r>
              <a:t>• Align SFN/slot/timestamp</a:t>
            </a:r>
          </a:p>
          <a:p>
            <a:pPr>
              <a:defRPr sz="1200"/>
            </a:pPr>
            <a:r>
              <a:t>• Cross-corr &amp; compute detections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08960" y="2377440.0"/>
            <a:ext cx="18288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2377440.0"/>
            <a:ext cx="73152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78240" y="2377440.0"/>
            <a:ext cx="365760" cy="0.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0350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Notes: gNB writes interleaved float32 .fc32; sniffer writes per-worker .fc32 (post-demod, pre-detection).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Workflow — Detailed Steps &amp; Analysis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 b="1"/>
            </a:pPr>
            <a:r>
              <a:t>gNB (Laptop 1) — capture</a:t>
            </a:r>
          </a:p>
          <a:p>
            <a:pPr lvl="1">
              <a:defRPr sz="1200"/>
            </a:pPr>
            <a:r>
              <a:t>• Configure YAML to enable phy_rx_symbols: interleaved float32 (.fc32).</a:t>
            </a:r>
          </a:p>
          <a:p>
            <a:pPr lvl="1">
              <a:defRPr sz="1200"/>
            </a:pPr>
            <a:r>
              <a:t>• Record SFN/slot metadata in logs for alignment.</a:t>
            </a:r>
          </a:p>
          <a:p>
            <a:pPr>
              <a:defRPr sz="1400" b="1"/>
            </a:pPr>
            <a:r>
              <a:t>UE (Pixel 6) — stimulus</a:t>
            </a:r>
          </a:p>
          <a:p>
            <a:pPr lvl="1">
              <a:defRPr sz="1200"/>
            </a:pPr>
            <a:r>
              <a:t>• Place in Faraday box; toggle airplane mode to create repeated PRACH attempts.</a:t>
            </a:r>
          </a:p>
          <a:p>
            <a:pPr lvl="1">
              <a:defRPr sz="1200"/>
            </a:pPr>
            <a:r>
              <a:t>• Log time of toggles to help map events.</a:t>
            </a:r>
          </a:p>
          <a:p>
            <a:pPr>
              <a:defRPr sz="1400" b="1"/>
            </a:pPr>
            <a:r>
              <a:t>Sniffer (Laptop 2) — capture &amp; dump</a:t>
            </a:r>
          </a:p>
          <a:p>
            <a:pPr lvl="1">
              <a:defRPr sz="1200"/>
            </a:pPr>
            <a:r>
              <a:t>• Run in file-mode (device_name: "file", rx_channels: [0]) for replay or USRP live.</a:t>
            </a:r>
          </a:p>
          <a:p>
            <a:pPr lvl="1">
              <a:defRPr sz="1200"/>
            </a:pPr>
            <a:r>
              <a:t>• Demodulate PRACH OFDM symbols and write per-worker .fc32 files (post-demod, pre-detect).</a:t>
            </a:r>
          </a:p>
          <a:p>
            <a:pPr lvl="1">
              <a:defRPr sz="1200"/>
            </a:pPr>
            <a:r>
              <a:t>• Use unique filenames: phy_rx_sniffer_worker&lt;id&gt;_sfn&lt;XXXX&gt;_slot&lt;Y&gt;_port&lt;P&gt;_&lt;ts&gt;.fc32</a:t>
            </a:r>
          </a:p>
          <a:p>
            <a:pPr>
              <a:defRPr sz="1400" b="1"/>
            </a:pPr>
            <a:r>
              <a:t>MATLAB analysis — compare &amp; visualize</a:t>
            </a:r>
          </a:p>
          <a:p>
            <a:pPr lvl="1">
              <a:defRPr sz="1200"/>
            </a:pPr>
            <a:r>
              <a:t>• Load .fc32 files → convert to complex IQ (interleaved float32).</a:t>
            </a:r>
          </a:p>
          <a:p>
            <a:pPr lvl="1">
              <a:defRPr sz="1200"/>
            </a:pPr>
            <a:r>
              <a:t>• Align by SFN/slot/timestamp; compensate fractional sample-rate drift.</a:t>
            </a:r>
          </a:p>
          <a:p>
            <a:pPr lvl="1">
              <a:defRPr sz="1200"/>
            </a:pPr>
            <a:r>
              <a:t>• Cross-correlate with PRACH root sequences and compute detections.</a:t>
            </a:r>
          </a:p>
          <a:p>
            <a:pPr lvl="1">
              <a:defRPr sz="1200"/>
            </a:pPr>
            <a:r>
              <a:t>• Measure timing advance differences, missed vs false detections; plot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